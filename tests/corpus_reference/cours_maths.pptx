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du presentateur : Dans ce chapitre, l'eleve apprend a lire, ecrire et comparer des nombres entiers jusqu'au million puis jusqu'au milliard. On travaille la decomposition en unites, dizaines, centain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du presentateur : Les fractions simples sont introduites a partir du partage de figures : demis, tiers, quarts, cinquiemes. L'eleve apprend a reperer une fraction sur une droite graduee, a comparer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du presentateur : Reconnaissance et proprietes du carre, du rectangle, du losange et des differents triangles. Notions de droites paralleles et perpendiculaires, tracees a la regle et a l'equerre.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du presentateur : Unites de longueur (mm, cm, dm, m, km), de masse (g, kg, tonne), de contenance (mL, L) et de duree (seconde, minute, heure, jour). L'eleve apprend a convertir d'une unite a l'autre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Mathematiques - Derniere annee du primaire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Support de presentation genere pour les tests.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grands nombres et leur ecriture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Dans ce chapitre, l'eleve apprend a lire, ecrire et comparer des nombres entiers jusqu'au million puis jusqu'au milliard. On travaille la decomposition en unites, dizaines, centaines, milliers et millions, ainsi que la v</a:t>
            </a:r>
          </a:p>
          <a:p>
            <a:pPr>
              <a:defRPr sz="1400"/>
            </a:pPr>
            <a:r>
              <a:t>aleur de position de chaque chiffre</a:t>
            </a:r>
          </a:p>
          <a:p>
            <a:pPr>
              <a:defRPr sz="1400"/>
            </a:pPr>
            <a:r>
              <a:t>L'eleve doit savoir ranger une liste de nombres dans l'ordre croissant et decroissant, encadrer un nombre entre deux dizaines ou deux centaines, et arrondir a la dizaine, a la centain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Fractions, decimaux et pourcentages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fractions simples sont introduites a partir du partage de figures : demis, tiers, quarts, cinquiemes. L'eleve apprend a reperer une fraction sur une droite graduee, a comparer deux fractions de meme denominateur, a r</a:t>
            </a:r>
          </a:p>
          <a:p>
            <a:pPr>
              <a:defRPr sz="1400"/>
            </a:pPr>
            <a:r>
              <a:t>econnaitre des fractions equivalentes et a simplifier une fraction</a:t>
            </a:r>
          </a:p>
          <a:p>
            <a:pPr>
              <a:defRPr sz="1400"/>
            </a:pPr>
            <a:r>
              <a:t>L'addition et la soustraction de fractions de meme denominateur sont travaillees, puis la conversion d'une fraction decimale en nombre decimal et en pou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Figures planes, perimetres et aires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Reconnaissance et proprietes du carre, du rectangle, du losange et des differents triangles. Notions de droites paralleles et perpendiculaires, tracees a la regle et a l'equerre. Calcul du perimetre et de l'aire du carre</a:t>
            </a:r>
          </a:p>
          <a:p>
            <a:pPr>
              <a:defRPr sz="1400"/>
            </a:pPr>
            <a:r>
              <a:t>et du rectangle</a:t>
            </a:r>
          </a:p>
          <a:p>
            <a:pPr>
              <a:defRPr sz="1400"/>
            </a:pPr>
            <a:r>
              <a:t>Reperage de la symetrie axiale et construction du symetrique d'une figure</a:t>
            </a:r>
          </a:p>
          <a:p>
            <a:pPr>
              <a:defRPr sz="1400"/>
            </a:pPr>
            <a:r>
              <a:t>Introduction des solides usuels : cube, pave droit, cylindre, avec leurs faces, aretes et sommets.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Unites de mesure et conversions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Unites de longueur (mm, cm, dm, m, km), de masse (g, kg, tonne), de contenance (mL, L) et de duree (seconde, minute, heure, jour). L'eleve apprend a convertir d'une unite a l'autre a l'aide d'un tableau de conversion, a </a:t>
            </a:r>
          </a:p>
          <a:p>
            <a:pPr>
              <a:defRPr sz="1400"/>
            </a:pPr>
            <a:r>
              <a:t>calculer une duree entre deux instants, et a resoudre des problemes de la vie courante impliquant plusieurs unites</a:t>
            </a:r>
          </a:p>
          <a:p>
            <a:pPr>
              <a:defRPr sz="1400"/>
            </a:pPr>
            <a:r>
              <a:t>Le calcul d'aire en cm2 et m2 est mis en relation avec le chapitre de geometrie.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